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CLOTHING_MANUFACTURING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https://github.com/valentina-project/vpo2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