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https://github.com/valentina-project/vpo2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anticloud-vpo2</a:t>
            </a:r>
          </a:p>
          <a:p>
            <a:r>
              <a:rPr sz="1400"/>
              <a:t>anticloud-vpo2 --offline --pax-local</a:t>
            </a:r>
          </a:p>
          <a:p>
            <a:r>
              <a:rPr sz="1400"/>
              <a:t>anticloud-vpo2 --aioss-log ./ledger.jsonl</a:t>
            </a:r>
          </a:p>
          <a:p>
            <a:r>
              <a:rPr sz="1400"/>
              <a:t>./vpo2 --config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