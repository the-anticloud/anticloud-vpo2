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VPO2 | Category: CLOTHING_MANUFACTURING</a:t>
            </a:r>
          </a:p>
          <a:p>
            <a:r>
              <a:rPr sz="1400"/>
              <a:t>Upstream: https://github.com/valentina-project/vpo2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VPO2.</a:t>
            </a:r>
          </a:p>
          <a:p>
            <a:r>
              <a:rPr sz="1400"/>
              <a:t>Valentina pattern making application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VPO2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